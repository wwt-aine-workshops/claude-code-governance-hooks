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4000-8000-00000000000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00000-0000-4000-8000-000000000001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0000-0000-4000-8000-000000000002}" type="slidenum">
              <a:rPr lang="en-US"/>
              <a:t>‹#›</a:t>
            </a:fld>
            <a:endParaRPr lang="en-US"/>
          </a:p>
        </p:txBody>
      </p:sp>
    </p:spTree>
    <p:extLst>
      <p:ext uri="{00000000-0000-4000-8000-000000000003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Control with Hooks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can't halt an agent halfway through an action. A hook can.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525512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Welcome, and AI-Native Engineering at WWT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page: five words and a poll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1: A guardrail that fails closed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2: Receipts you can trust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3: The big red button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Wrap-up and questions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it, steer it, stop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Visibility tells you what the agent did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Telemetry you may already have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decides what the agent may do, before it acts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Labs 1 and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control: halt any agent, and prove you can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has an AI agent ever surprised you?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 your hand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and I have a story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Thumbs 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close call. I caught it in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59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 (AINE) is WWT's discipline for building AI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6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every phase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software development lifecycle. It isn't a plugin on an existing tool. It changes how software is planned, built, secured and operated, across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workflow, operating model and services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006DC7"/>
          </a:solidFill>
          <a:ln/>
        </p:spPr>
      </p:sp>
      <p:sp>
        <p:nvSpPr>
          <p:cNvPr id="5" name="Shape 3"/>
          <p:cNvSpPr/>
          <p:nvPr/>
        </p:nvSpPr>
        <p:spPr>
          <a:xfrm>
            <a:off x="1341425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162FB4"/>
          </a:solidFill>
          <a:ln/>
        </p:spPr>
      </p:sp>
      <p:sp>
        <p:nvSpPr>
          <p:cNvPr id="6" name="Shape 4"/>
          <p:cNvSpPr/>
          <p:nvPr/>
        </p:nvSpPr>
        <p:spPr>
          <a:xfrm>
            <a:off x="195133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8212C4"/>
          </a:solidFill>
          <a:ln/>
        </p:spPr>
      </p:sp>
      <p:pic>
        <p:nvPicPr>
          <p:cNvPr id="7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TO AI-NATIVE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curve, not a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2497112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 of AI, but with little direction or only untracked trial efforts.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adoption; needs WWT guidance to define a path forward.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6702" y="2194560"/>
            <a:ext cx="2145182" cy="2497112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10" name="Text 8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use AI coding tools inside their existing workflow.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59582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work; AI is a suggestion engine.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1885" y="2194560"/>
            <a:ext cx="2145182" cy="2497112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5" name="Text 13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tooling is formally adopted and wired into standard workflows.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4765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standard part of the toolchain; humans still direct each task.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67067" y="2194560"/>
            <a:ext cx="2145182" cy="2497112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20" name="Text 18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take on multi-step tasks end-to-end.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 multi-step work; humans supervise and hold quality/security gates.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12250" y="2194560"/>
            <a:ext cx="2145182" cy="2497112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primary producer across the full SDLC.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513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set intent and verify outcomes; AI (multi-agent) produces.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965992"/>
            <a:ext cx="10058400" cy="88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spectrum most organizations are somewhere along. A team can sit at any stage while running any SDLC methodology.</a:t>
            </a:r>
            <a:endParaRPr lang="en-US" sz="1600" dirty="0"/>
          </a:p>
        </p:txBody>
      </p:sp>
      <p:pic>
        <p:nvPicPr>
          <p:cNvPr id="30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words we'll use all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AI that works in a loop: plan, act, check, repeat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action the agent asks to take, such as Bash or Read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code that runs at a set point in that loop, every 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rule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allow, ask or deny pattern, such as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Read(**/.env)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settings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settings file IT ships. Nothing below it can override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drives, the harness is the 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162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the driver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decides where to go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presses the pedals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106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the car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runs the loop and the tools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hook is a speed governor in the car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driver never has to agree to it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proposes. The harness acts, and checks your hooks first.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 on the fridge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106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Guidance: the note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 skills and prompts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most days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good behavior likely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5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the lock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Hooks, permission rules, managed settings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same verdict, every time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good behavior enforceable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is the note. A hook is the lock. Use both.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Poll: which one can block a tool call before it runs?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rule written in CLAUDE.md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skill that spells out what to 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PreToolUse hook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polite request in the prompt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hooks sit in the agent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787652" cy="2144954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421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4218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51606"/>
            <a:ext cx="142189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begins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9172" y="2194560"/>
            <a:ext cx="1787652" cy="2144954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9" name="Text 7"/>
          <p:cNvSpPr/>
          <p:nvPr/>
        </p:nvSpPr>
        <p:spPr>
          <a:xfrm>
            <a:off x="2702052" y="2423160"/>
            <a:ext cx="1421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02052" y="2679192"/>
            <a:ext cx="14218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UserPromptSubmit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02052" y="3251606"/>
            <a:ext cx="142189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or block a prompt before Claude sees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6824" y="2194560"/>
            <a:ext cx="1787652" cy="2144954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423160"/>
            <a:ext cx="1421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9704" y="2679192"/>
            <a:ext cx="14218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PreToolUse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9704" y="3251606"/>
            <a:ext cx="142189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Allow, deny, ask or rewrite the 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2194560"/>
            <a:ext cx="1787652" cy="2144954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7" name="Text 15"/>
          <p:cNvSpPr/>
          <p:nvPr/>
        </p:nvSpPr>
        <p:spPr>
          <a:xfrm>
            <a:off x="6277356" y="2423160"/>
            <a:ext cx="1421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7356" y="2679192"/>
            <a:ext cx="14218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runs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7356" y="3251606"/>
            <a:ext cx="142189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does its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82128" y="2194560"/>
            <a:ext cx="1787652" cy="2144954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2423160"/>
            <a:ext cx="1421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65008" y="2679192"/>
            <a:ext cx="14218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65008" y="3251606"/>
            <a:ext cx="142189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it, redact it, give feedback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69780" y="2194560"/>
            <a:ext cx="1787652" cy="2144954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852660" y="2423160"/>
            <a:ext cx="1421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52660" y="2679192"/>
            <a:ext cx="14218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52660" y="3251606"/>
            <a:ext cx="142189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finishes responding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613834"/>
            <a:ext cx="10058400" cy="1238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docs list more than 30 events. These six matter most for governance.</a:t>
            </a:r>
            <a:endParaRPr lang="en-US" sz="1600" dirty="0"/>
          </a:p>
        </p:txBody>
      </p:sp>
      <p:pic>
        <p:nvPicPr>
          <p:cNvPr id="29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Event, matcher, handler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737360"/>
            <a:ext cx="10725912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1920240"/>
            <a:ext cx="10177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"hooks": 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"matcher": "Bash|Read",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"hooks": [{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"command",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 "node",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"args": ["${CLAUDE_PROJECT_DIR}/.claude/hooks/guard.mjs"],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"timeout": 10,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"onFailure": "block"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}] }]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Poll: your guard dies with exit 1. Was the rm -rf stopped?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your hook does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0, no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opinion. The normal permission flow carries 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decision JSON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applies whatever the exit code. Exit 2 always blocks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Blocks. stderr goes to Claude as the reason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1 or a crash, no valid JSON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Non-blocking error. The call goes ahead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decision. A PreToolUse call isn't blocked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"continue": false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Stops Claude and shows your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stopReason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PreToolUse verdicts: deny wins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737360"/>
            <a:ext cx="10725912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1920240"/>
            <a:ext cx="10177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"hookSpecificOutput": 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"hookEventName": "PreToolUse",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"permissionDecision": "deny",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"permissionDecisionReason": "Blocked by policy"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A guardrail that fails closed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workshop/labs/01-lab-1.md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guard blocks nothing, then find out why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fail closed: exit 2, and block on any error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into a permission deny rule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 on purpose, then add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onFailure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post 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1: 12 of 12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chat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bouncer and the receipt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106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PreToolUse: the bouncer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you at the door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say no, or call the manager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fix the name on the list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302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PostToolUse: the receipt check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Happens at the exit, after you buy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log it and black out the card number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un-buy what you bought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things is the PreToolUse job. Recording them is the PostToolUse job. Failed calls fire PostToolUseFailure.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round: pre or post?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rm -rf from wiping a home directory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an AWS key out of what Claude sees from a file it read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 human sign-off before any git push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 each file once it has been edited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a dry-run flag on every deploy command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every tool call to an audit trail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pre or post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Prevention has to happen before it runs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updatedToolOutput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changes what Claude sees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ask verdict, or the rule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Bash(git push *)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edit has to exist first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updatedInput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rewrites the arguments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sees the result. Add PostToolUseFailure too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Receipts you can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workshop/labs/02-lab-2.md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activity, then read the receipts and 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audit:verify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secrets, add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prompt_id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chain the records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the audit hook on PostToolUseFailure too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 with line 1 and watch the check catch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post 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2: tamper caught at line 1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WT mono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371600" y="3840480"/>
            <a:ext cx="1828800" cy="45720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411480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339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minutes. Lab 3 starts at 1:40 on the session clock. Have two terminals ready.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settings are the building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06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Precedence, highest first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settings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line flags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project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project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382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keys that make it stick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"allowManagedHooksOnly": true,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"allowManagedPermissionRulesOnly": true,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"disableBypassPermissionsMode": "disable",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"ask": ["Bash(git push *)"]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 can paint the walls. They can't rip out the sprinklers.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red button, end to 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1904238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decides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51606"/>
            <a:ext cx="1779422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incident, an audit finding, a vendor issue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6702" y="2194560"/>
            <a:ext cx="2145182" cy="1904238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9" name="Text 7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59582" y="2679192"/>
            <a:ext cx="177942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flips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59582" y="3251606"/>
            <a:ext cx="1779422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Run, halt, or suspend named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1885" y="2194560"/>
            <a:ext cx="2145182" cy="1904238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3" name="Text 11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04765" y="2679192"/>
            <a:ext cx="177942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checks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04765" y="3251606"/>
            <a:ext cx="1779422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 and every tool 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67067" y="2194560"/>
            <a:ext cx="2145182" cy="1904238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17" name="Text 15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49947" y="2679192"/>
            <a:ext cx="177942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false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49947" y="3251606"/>
            <a:ext cx="1779422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Claude and shows your stopReason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12250" y="2194560"/>
            <a:ext cx="2145182" cy="1904238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1" name="Text 19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95130" y="2679192"/>
            <a:ext cx="177942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halts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95130" y="3251606"/>
            <a:ext cx="1779422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its next prompt or tool call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373118"/>
            <a:ext cx="10058400" cy="1479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factory drills its emergency stop on a schedule. Drill yours, and time it.</a:t>
            </a:r>
            <a:endParaRPr lang="en-US" sz="1600" dirty="0"/>
          </a:p>
        </p:txBody>
      </p:sp>
      <p:pic>
        <p:nvPicPr>
          <p:cNvPr id="2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Debate: the kill switch is down at 2 a.m. Fail open or closed?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41148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5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open by default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http hook that can't connect, or gets a non-2xx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PreToolUse hook that times out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1 or a crash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330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 on purpose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"onFailure": "block"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handler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timeout on the control plane call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Unreachable means halt, shipped in managed settings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The big red button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workshop/labs/03-lab-3.md and run the reset script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terminals: one for the control plane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the kill switch, then halt a live session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the halt, then take the control plane away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fail closed, then lock it in managed settings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post 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3: halt in N seconds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checklist before you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you scale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the end-state policy: never, ask, log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and platform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irreversible actions with a rule or a PreToolUse hook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 audit records off the laptop, keyed to telemetry by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prompt_id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 the managed tier: only managed hooks and rules, bypass off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and endpoint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the kill switch fail closed, and drill it on a schedule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operations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hook tests in CI ahead of each policy change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it, steer it, stop 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 Your lab guides stay with you. Make a new world happen.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0000000-0000-4000-8000-000000000006}">
      <thm15:themeFamily xmlns:thm15="http://schemas.microsoft.com/office/thememl/2012/main" name="Office Theme" id="{00000000-0000-4000-8000-000000000007}" vid="{00000000-0000-4000-8000-0000000000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World Wide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Code, Hands On</dc:title>
  <dc:subject>PptxGenJS Presentation</dc:subject>
  <dc:creator>WWT</dc:creator>
  <cp:lastModifiedBy>WWT</cp:lastModifiedBy>
  <cp:revision>1</cp:revision>
  <dcterms:created xsi:type="dcterms:W3CDTF">2026-10-01T00:00:00Z</dcterms:created>
  <dcterms:modified xsi:type="dcterms:W3CDTF">2026-10-01T00:00:00Z</dcterms:modified>
</cp:coreProperties>
</file>